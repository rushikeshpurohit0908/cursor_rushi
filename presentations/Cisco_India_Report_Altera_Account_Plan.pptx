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STRATEGIC ACCOUNT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CISCO INDIA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AP-INDIA Region · Path to #1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486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SAM (WW): Jacques Cesbron (Acting)
Executive Sponsor: Hua Xue
India FSE: Manoj Gopalan
India FAE: Rushikesh Purohit · Kasturi Rangan
Date: October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Cisco India regional deep-dive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9728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2763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Opportunity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659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Account Plan section: Strategic Opportunities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109728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79192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7919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SWOT Analysis — Cisco View about Altera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Account Plan section: Customer Landscape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09728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30752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307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Critical Needs and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690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Account Plan section: Critical Needs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109728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82312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8231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Relationship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06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Account Plan section: Influence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Customer Landscape ·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Cisco India coverage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CISCO SYSTEMS (INDIA) PRIVATE LIMITED · Bengaluru design 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$1.53M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SFDC open pipe
(3 registered opps)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65176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51760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~$139M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3172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WW Cisco design pipe
(Oct 2025)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51760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30+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Cisco FPGA engineers
in Bengaluru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463040"/>
            <a:ext cx="265176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51760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37360"/>
            <a:ext cx="2286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33172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India FAE Cisco FTE
(Rushikesh)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6616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Key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319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India is a named Cisco design location on the WW account plan (optical shared with Italy).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CAB completed in India (Aug 2025) + 4-day training (Sep 2025).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Focus: SP routers / ASR &amp; 8000 control-plane FPGA, optical, platform/BMC attach.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Primary Altera owners: Manoj Gopalan (FSE, ~5% FTE) · Rushikesh Purohit (FAE) · Kasturi Rangan (TM/Lavena tech).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Strategic Opportunities · Opportunity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Cisco India Opportunity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Registered AP-INDIA SFDC + active India-supported programs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554480"/>
                <a:gridCol w="1097280"/>
                <a:gridCol w="1371600"/>
                <a:gridCol w="1280160"/>
                <a:gridCol w="3291840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Opportunity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Device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Stage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Status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Pipe $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Owners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OAM Engine (Lavena MPA)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$600K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Rushikesh / Kasturi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Le Tour PH2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Define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25%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$480K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Rushikesh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Agena MPA Control 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$450K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Narasimhan / Rushikesh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ASR1k Traffic Manager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7 M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Active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DWIN claim WIP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WW-linked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Kasturi / Rushikesh / Shekar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Firebolt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5 + MAX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Pursuit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Kasturi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Dragon IO FPGA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IO FPGA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Engage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Open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TBD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Kasturi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India RFQ (control plane)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Quoted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Pricing-gated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Manoj / Rushikesh / Sina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Strategic Opportunities · Opportunity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Pipeline notes &amp; near-term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Focus to grow India contribution to WW Cisco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4480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Registered SFDC total: $1.53M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Lavena $600K — AMD timing pressure reopening Agilex 7; PCIe/AXI fit analysis with India eng.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Le Tour $480K + Agena $450K — Agilex 5 control/platform path; Agena proto Mar’26 / FCS May’26.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TM / Sausalito (AGMA032) — P1A power-on Oct 12–16 2026; India FAE owning day-to-day APS.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India RFQ — Agilex 5 ~40% above Lattice (~$20/100KLE); golden-part pricing may be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486400" cy="4480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Near-term conversion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Claim / register Traffic Manager (Sausalito) DWIN split with WW (Shekar access).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Keep Lavena Agilex 7 alive; clone/track separate TM oppty as needed.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Unblock India RFQ with Agilex 5 pricing strategy.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Close Firebolt (Agilex 5 + MAX 10) and Dragon IO firmware follow-ups.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Customer Landscape ·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SWOT Analysis — Cisco View about Altera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How Bengaluru SP / control-plane engineering evaluates Altera vs AMD, Lattice, Microchip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32120" cy="2331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32120" cy="347472"/>
          </a:xfrm>
          <a:prstGeom prst="rect">
            <a:avLst/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Agilex fabric power and performance; leadership IP, turnkey solutions, P4 architectures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High-performance AI/ML (Tensor block); Agilex 5/3 features aligned for control path &amp; BMC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Strong local Bengaluru FAE support (TM 240 MHz timing, MCDMA patches, APS responsiveness)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Cisco-specific Secure Boot on MAX10; PQC / SEU roadmap credible for next 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32120" cy="2331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532120" cy="347472"/>
          </a:xfrm>
          <a:prstGeom prst="rect">
            <a:avLst/>
          </a:prstGeom>
          <a:solidFill>
            <a:srgbClr val="B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Uncompetitive at very low end (need ~$8 secure device); PolarFire / Lattice win those sockets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Agilex 5 ~40% above Lattice on India RFQs (130K–200K LE); Agilex 3 cost still too high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No DDR5 planned on Agilex 7; lower on-chip memory ratio and crypto SIP/HIP vs Versal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Migration friction from Artix / SmartFusion2 codebases — tools &amp; SW maturity under scrutiny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532120" cy="2331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5532120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5120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Displace Xilinx Artix &amp; Microchip SF2 on control plane with Agilex 5 + PQC secure boot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ASR1k Traffic Manager / Lavena Agilex 7 design wins; MAX10 BMC and platform attach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AI/ML telemetry, ASSP/ASIC replacement, and optical fabric attach (India + Italy)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Refresh M10 / low-cost glue leveraging Agilex strengths where Lattice is mid-range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5532120" cy="2331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86200"/>
            <a:ext cx="5532120" cy="347472"/>
          </a:xfrm>
          <a:prstGeom prst="rect">
            <a:avLst/>
          </a:prstGeom>
          <a:solidFill>
            <a:srgbClr val="C4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5120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Threats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AMD Versal 2 with better HIP; HBM3 roadmap for security/NT; 224G transmission path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Lattice entering mid-range (incl. HP XCVRs); PolarFire security lock-in on CAT8k-class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Virtualization / SW startups reduce FPGA content; Silicon One absorbs datapath value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Geopolitical / indigenous-FPGA pressure; LPDDR4 EOL cycle creates redesign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Critical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Critical Needs and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India engineering asks aligned to WW Cisco key-needs 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8016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2926080"/>
                <a:gridCol w="2468880"/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Need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Why it matters in India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Status / ask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Owner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5 pricing (130K/200K 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RFQ vs Lattice ~$20/100KLE; ~40%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Golden-part pricing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Sabrina / Jacques / Manoj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Low-end secure device (~$8)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PolarFire/Lattice sockets dominate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No product path — risk accepted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Deepali (closed)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TM 220–240 MHz + MCDMA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ASR1k 110–120 MPPS; India day-to-day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240 MHz experimental; patches 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Kasturi / Factory 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PQC / secure-boot / programmed parts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Displace SmartFusion2; Berkeley 2027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SEU done; black-key / CM signing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Security eng + India FAE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DDR5 on Agilex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Required beyond M-series TM wins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Not planned on Agilex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Sam / Product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Agilex 5/7 loaners + TCL training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Bengaluru migration evaluation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Loaners / remote CRDC in flight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Kasturi / Rushikesh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FAE bandwidth for Cisco India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TM+Lavena+Firebolt overload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HC #2 NDC/COMM (H1 FY27)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Rushikesh / India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Influence Map · Relationship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Cisco India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Bengaluru influence map — consensus-driven with Sr. Director sign-off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1554480"/>
                <a:gridCol w="47548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Name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Role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Stance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Engagement notes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Vijay Pramod Kappagantula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FPGA Team Director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Altera Friendly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Met Aug 2025 (Ganga); SP routing/access/optical/cable FPGA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Alap Shah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Sr. Director, Central Eng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Strategic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 yrs; platform HW &amp; FPGA for optical, core &amp; edge routing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Akhil Guha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Sr. Director, 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Strategic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SP access/routing/aggregation HW from Bangalore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Manikandan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Sr. Architect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Technical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FPGA architecture; briefing attendee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Ramesh / Jasprit / Rakesh /
Harsh / Kannan / Vaibhav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FPGA / TM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Day-to-day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Lavena, TM timing, Quartus, MCDMA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Influence path: Team leads / architects → Vijay Pramod (FPGA Director) → Akhil Guha / Alap Shah (Sr. Directors).
Technical proof (timing, MCDMA, pricing) must land at working level before director design commit. Optical dual-tracks with Cisco Italy.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Influence Map · Relationship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Altera coverage &amp; WW linkage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Exec relationship map — India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8016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560320"/>
                <a:gridCol w="4389120"/>
              </a:tblGrid>
              <a:tr h="528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Altera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Role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Cisco scope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Responsibility / next steps</a:t>
                      </a:r>
                    </a:p>
                  </a:txBody>
                  <a:tcPr anchor="ctr">
                    <a:solidFill>
                      <a:srgbClr val="0B2B4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Rushikesh Purohit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FAE / FAE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AP-INDIA · ~10% FTE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Account lead, oppty owner, briefing 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Manoj Gopalan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FSE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AP-INDIA · ~5% FTE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$250K DW / $1.15M rev quota slice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Kasturi Rangan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FAE (NDC)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Cisco India programs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TM / Lavena / Firebolt technical ownership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Ganga Gopal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Leadership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India exec engagement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Relationship owner for Vijay Pramod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Jacques Cesbron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SAM (Acting)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WW Cisco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Account strategy &amp; air cover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Shekar Chandra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FSE San Jose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WW ↔ India bridge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TM DWIN split / US oppty access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Hua Xue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Exec Sponsor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WW Cisco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Executive sponsorship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Marco Croci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VP Eng (Cisco side bridge)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Italy / SJ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Push Indian engineering to use Altera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07ACC"/>
                </a:solidFill>
                <a:latin typeface="Liberation Sans"/>
                <a:ea typeface="Liberation Sans"/>
                <a:cs typeface="Liberation San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2B45"/>
                </a:solidFill>
                <a:latin typeface="Liberation Sans"/>
                <a:ea typeface="Liberation Sans"/>
                <a:cs typeface="Liberation Sans"/>
              </a:rPr>
              <a:t>Sources &amp; disclaimer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7A"/>
                </a:solidFill>
                <a:latin typeface="Liberation Sans"/>
                <a:ea typeface="Liberation Sans"/>
                <a:cs typeface="Liberation Sans"/>
              </a:rPr>
              <a:t>Aligned to 2025 Altera Strategic Account Plan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2025 Altera Strategic Account Plan Template (WW Strategic Accounts)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2025 CISCO ACCOUNT PLAN October 25 update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Briefing Document_Cisco_India (Rushikesh Purohit, Jul 2025)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Pipeline Raw Report (SFDC) · India_weekly_update · KasturiRanganWeeklyUpdate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Altera_Status_to_Cisco — Traffic Manager engineering status (Oct 2026)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India_2026Plan / FAE growth notes</a:t>
            </a:r>
          </a:p>
          <a:p>
            <a:pPr algn="l">
              <a:buFont typeface="Liberation Sans"/>
              <a:buChar char="•"/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Disclaimer: Pipe dollars/stages from Glean/SFDC extracts — confirm live SFDC before external use. WW $139M pipe is account-wide, not India-only.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